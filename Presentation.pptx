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de l'attrition des employes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donnee brute a la decision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22960" y="5212080"/>
            <a:ext cx="2377440" cy="0"/>
          </a:xfrm>
          <a:prstGeom prst="line">
            <a:avLst/>
          </a:prstGeom>
          <a:noFill/>
          <a:ln w="15875">
            <a:solidFill>
              <a:srgbClr val="E4E0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 Axelle  ·  CAMARA Massaram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Modele logistique et analyse discriminante, M2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Reperer les employes a risque de depart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supervisee, a partir du profil de chaque employe. Les classes sont desequilibrees : la grande majorite des employes restent.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914400" cy="91440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108960"/>
            <a:ext cx="9144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65176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4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945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3108960"/>
            <a:ext cx="9144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65176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4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108960"/>
            <a:ext cx="9144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65176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4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521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3108960"/>
            <a:ext cx="9144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65176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4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809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3108960"/>
            <a:ext cx="9144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65176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4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097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depart non anticipe coute cher. </a:t>
            </a:r>
            <a:pPr indent="0" marL="0">
              <a:buNone/>
            </a:pPr>
            <a:r>
              <a:rPr lang="en-US" sz="135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Recrutement, formation, perte de savoir-faire, contre le cout limite d'une fausse alerte.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PHILOSOPHIES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Discriminatif ou generatif ?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737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Discriminatif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logistique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971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Modelise directement P(Y | X)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la frontiere sans hypothese sur la distribution des donnees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 lineaire (droite)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737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Generatif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6364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et QDA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274320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63640" y="2971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Modelise P(X | Y) pour chaque classe, via une loi normale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le theoreme de Bayes pour en deduire P(Y | X)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: covariance partagee, frontiere droite. QDA : covariance par classe, frontiere courbe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1737360"/>
            <a:ext cx="0" cy="393192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METHODOLOGIQUE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preparation rigoureuse, condition de resultats fiables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013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base sur l'observation reelle des anomalies, pas sur des suppositions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450592"/>
            <a:ext cx="10332720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670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et standardisation appris uniquement sur les donnees d'entrainement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3319272"/>
            <a:ext cx="10332720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5387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garantissant l'absence de fuite entre train et test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4187952"/>
            <a:ext cx="10332720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805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4074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 la multicolinearite (VIF) avant modelisation, condition necessaire a la stabilite de la LDA et de la QDA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CHOIX VALIDES, PAS DEVINES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hyperparametres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logistique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78892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017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Intensite de regularisation (C) et type de penalite choisis par validation croisee, plutot que fixes arbitrairement.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278892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3017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de regularisation de la covariance, egalement choisi par validation croisee, pour stabiliser l'estimation.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80760" y="2286000"/>
            <a:ext cx="0" cy="219456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commun : aucun reglage n'est fixe arbitrairement.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HONNETEMENT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juger un modele sur des classes desequilibrees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733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L'exactitude seule est trompeuse : un modele qui ne detecte jamais un depart peut afficher un score eleve sans etre utile.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20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de classement global, independant du seuil de decision choisi.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3291840"/>
            <a:ext cx="512064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3520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 a detecter les vrais departs, un point crucial vu le cout d'un depart manque.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2743200"/>
            <a:ext cx="0" cy="219456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COMPRENDRE, PAS SEULEMENT PREDIRE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des resultats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logistique : </a:t>
            </a:r>
            <a:pPr indent="0" marL="0">
              <a:buNone/>
            </a:pPr>
            <a:r>
              <a:rPr lang="en-US" sz="145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transformes en odds ratios, lecture directe de l'effet de chaque variable sur le risque de depart.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3108960"/>
            <a:ext cx="1033272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429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: </a:t>
            </a:r>
            <a:pPr indent="0" marL="0">
              <a:buNone/>
            </a:pPr>
            <a:r>
              <a:rPr lang="en-US" sz="145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de la fonction discriminante, meme logique de lecture que les odds ratios.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1033272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 les deux methodes permet de valider la coherence des variables identifiees comme cles.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CHOISIR, PAS SEULEMENT MESURER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methode, pas seulement la meilleure sur le papier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final tient compte de trois elements :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1460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484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precision / rappel adapte au contexte metier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51460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4672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capacite a expliquer la decision aux equipes RH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822960" y="4663440"/>
            <a:ext cx="1033272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2296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Plus complexe » n'est pas toujours « meilleur » : la flexibilite d'une methode doit etre justifiee par les donnees, pas supposee a priori.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de l'attrition des employes</dc:title>
  <dc:subject>PptxGenJS Presentation</dc:subject>
  <dc:creator>LOGBO Axelle, CAMARA Massaram</dc:creator>
  <cp:lastModifiedBy>LOGBO Axelle, CAMARA Massaram</cp:lastModifiedBy>
  <cp:revision>1</cp:revision>
  <dcterms:created xsi:type="dcterms:W3CDTF">2026-07-04T13:24:55Z</dcterms:created>
  <dcterms:modified xsi:type="dcterms:W3CDTF">2026-07-04T13:24:55Z</dcterms:modified>
</cp:coreProperties>
</file>